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7"/>
    <p:restoredTop sz="94720"/>
  </p:normalViewPr>
  <p:slideViewPr>
    <p:cSldViewPr snapToGrid="0">
      <p:cViewPr>
        <p:scale>
          <a:sx n="126" d="100"/>
          <a:sy n="126" d="100"/>
        </p:scale>
        <p:origin x="139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814F-C7BE-46A4-3C9F-D772FA5B4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70498-B436-BD64-FF3C-0D70EFD54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A9CD-5D47-9B03-F2DC-31E03805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506B6-BF83-353D-B9E8-D83C627B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B3A7-EBB0-6803-E716-5BA92DE9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F4F0-9D41-EB50-0105-631CEB14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4ECDA-9240-5538-F097-28F20D7C3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3A861-0A65-9855-1797-30D19C36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8B7CB-99A0-7E6D-D9EF-71906E14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EEE85-E186-2709-EDC4-36F3D708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40EB-8690-A3F2-021A-B0778ECEF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277E4-60E7-87DC-1795-31EBAC8D6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454EF-7C6F-F67B-4962-5CBA14A9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22327-6770-BB18-CD69-EF188548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E3EB-F01E-5688-4948-9EBD15E8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4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3CC3-9574-5664-5ADC-2EE2C50D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0340-84EF-EABC-F7F5-DDF92B4D0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E1D11-5322-9388-5667-A40DCF0F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F19DE-7CE9-889B-FB4B-B9D1D5BC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98EFC-3F29-7CBF-DC59-97CDBC175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7EC38-AE3D-8580-F806-3B8F0182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7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5BB9-D307-06E7-E0A7-7A4F9A62D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D6244-C629-1DC5-7546-42138B41E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81205-441B-B0C1-DE1C-5E24BE6FC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845DD-EF48-087D-4892-1F4D71B8C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17842-3ACE-46DE-6BD8-0D45F22BF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C7AFD-A97A-0574-2683-AC205F7E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851DD2-61AF-54BD-3D76-B4D942E2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5102BE-6210-4D76-4F9F-4B6EECE8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2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8106-D054-3834-B96D-47080584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AF650-9BDF-931D-E047-093E627E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6ACEF1-BF86-279D-1AAC-674AC438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6F19C-83B2-877D-51C9-A4E43D62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4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5A0A1-CE30-C994-4CC1-7F6EDCC8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5C6A1-C75A-C712-CE4E-DE33B7F4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30D69-45E7-8D3F-B470-12C3BA5F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9EE6-BA94-9182-D88E-FFBCEC2D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81C78-3111-0217-BD41-2B9D2B8E0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FA3B1-F023-EA9F-2065-B7C665B53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834AC-1CFF-3B7E-5204-36DE859D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B0DE8-BC89-5840-A3EA-CCAB1B42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25AAA-649E-80D3-E451-07EDA41E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9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37A0-8F58-2390-2D37-1CFD9352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2859F-D0BE-FE5E-FEAC-04DD1B683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B807B-FD61-C779-A2B8-34090FC60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483A9-0A9F-7AD3-EF59-38067511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0BC7B-5D5F-1C37-94A4-39BA6A15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B5B16-2709-09A6-08A6-4B4DE216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1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86C0-096B-612B-C17C-CBD82479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4F791-E83D-DE62-72FF-80106DA7D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5F890-F3B8-8C77-2E97-4A10392F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6A063-39B8-E16F-7F24-FE6830B18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94823-F276-3577-BA3D-94190FE2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9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5B6230-83F2-65C8-34D8-3C0339455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EE6F9-5FB4-BDDD-0987-CF3FDF5ED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4D283-23EE-DFE8-0E39-DD025877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44B70-66EF-8AA1-C6FB-F5FEE6BA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32E62-6495-5B1E-8D38-D0E1F3CB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7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5A681-3329-71E6-4D80-C37754E9C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15F81-7752-9F7E-192A-7B5697EA1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0317D-DEB2-376F-BF5D-2B019FDF2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F34DD-48BD-CC40-A9FC-BDCCFA31B348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95A1C-D7D8-55C9-C2A8-792D3CD6E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B0DD9-190A-E400-D62E-4F8BDEFFB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38FD9-86D4-E345-B159-6960E098B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59CE3-CD04-8295-6FFF-454076C9950B}"/>
              </a:ext>
            </a:extLst>
          </p:cNvPr>
          <p:cNvSpPr/>
          <p:nvPr/>
        </p:nvSpPr>
        <p:spPr>
          <a:xfrm>
            <a:off x="235970" y="999763"/>
            <a:ext cx="4203865" cy="3755118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Development Repository</a:t>
            </a:r>
          </a:p>
          <a:p>
            <a:pPr algn="ctr"/>
            <a:r>
              <a:rPr lang="en-US" sz="1600" b="1" dirty="0"/>
              <a:t>(nanopore-e-book-dev)</a:t>
            </a:r>
          </a:p>
          <a:p>
            <a:pPr algn="ctr"/>
            <a:endParaRPr lang="en-US" sz="1600" dirty="0"/>
          </a:p>
          <a:p>
            <a:pPr lvl="2"/>
            <a:r>
              <a:rPr lang="en-US" sz="1600" dirty="0"/>
              <a:t>docs/</a:t>
            </a:r>
          </a:p>
          <a:p>
            <a:pPr lvl="2"/>
            <a:r>
              <a:rPr lang="en-US" sz="1600" dirty="0"/>
              <a:t>- </a:t>
            </a:r>
            <a:r>
              <a:rPr lang="en-US" sz="1600" dirty="0" err="1"/>
              <a:t>index.md</a:t>
            </a:r>
            <a:r>
              <a:rPr lang="en-US" sz="1600" dirty="0"/>
              <a:t> (homepage)</a:t>
            </a:r>
          </a:p>
          <a:p>
            <a:pPr lvl="2"/>
            <a:r>
              <a:rPr lang="en-US" sz="1600" dirty="0"/>
              <a:t>- markdown files organized  </a:t>
            </a:r>
          </a:p>
          <a:p>
            <a:pPr lvl="2"/>
            <a:r>
              <a:rPr lang="en-US" sz="1600" dirty="0"/>
              <a:t>   in folders/</a:t>
            </a:r>
          </a:p>
          <a:p>
            <a:pPr marL="1200150" lvl="2" indent="-285750">
              <a:buFontTx/>
              <a:buChar char="-"/>
            </a:pPr>
            <a:r>
              <a:rPr lang="en-US" sz="1600" dirty="0" err="1"/>
              <a:t>img</a:t>
            </a:r>
            <a:r>
              <a:rPr lang="en-US" sz="1600" dirty="0"/>
              <a:t>/ (images)</a:t>
            </a:r>
          </a:p>
          <a:p>
            <a:pPr marL="1200150" lvl="2" indent="-285750">
              <a:buFontTx/>
              <a:buChar char="-"/>
            </a:pPr>
            <a:r>
              <a:rPr lang="en-US" sz="1600" dirty="0"/>
              <a:t>files/ (files people might download)</a:t>
            </a:r>
          </a:p>
          <a:p>
            <a:pPr marL="1200150" lvl="2" indent="-285750">
              <a:buFontTx/>
              <a:buChar char="-"/>
            </a:pPr>
            <a:r>
              <a:rPr lang="en-US" sz="1600" dirty="0" err="1"/>
              <a:t>Javascripts</a:t>
            </a:r>
            <a:r>
              <a:rPr lang="en-US" sz="1600" dirty="0"/>
              <a:t>/</a:t>
            </a:r>
          </a:p>
          <a:p>
            <a:pPr marL="1200150" lvl="2" indent="-285750">
              <a:buFontTx/>
              <a:buChar char="-"/>
            </a:pPr>
            <a:r>
              <a:rPr lang="en-US" sz="1600" dirty="0"/>
              <a:t>CNAME (for webhosting)</a:t>
            </a:r>
          </a:p>
          <a:p>
            <a:pPr lvl="2"/>
            <a:r>
              <a:rPr lang="en-US" sz="1600" dirty="0" err="1"/>
              <a:t>mkdocs.yml</a:t>
            </a:r>
            <a:r>
              <a:rPr lang="en-US" sz="1600" dirty="0"/>
              <a:t> (config)</a:t>
            </a:r>
          </a:p>
          <a:p>
            <a:pPr lvl="2"/>
            <a:r>
              <a:rPr lang="en-US" sz="1600" dirty="0"/>
              <a:t>some extra folders/files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85A98-4C69-CB78-DC97-B5C1476E024A}"/>
              </a:ext>
            </a:extLst>
          </p:cNvPr>
          <p:cNvSpPr/>
          <p:nvPr/>
        </p:nvSpPr>
        <p:spPr>
          <a:xfrm>
            <a:off x="4616125" y="1774313"/>
            <a:ext cx="4203865" cy="2206017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Website Repository</a:t>
            </a:r>
          </a:p>
          <a:p>
            <a:pPr algn="ctr"/>
            <a:r>
              <a:rPr lang="en-US" sz="1600" b="1" dirty="0"/>
              <a:t>(</a:t>
            </a:r>
            <a:r>
              <a:rPr lang="en-US" sz="1600" b="1" dirty="0" err="1"/>
              <a:t>ebook</a:t>
            </a:r>
            <a:r>
              <a:rPr lang="en-US" sz="1600" b="1" dirty="0"/>
              <a:t>-website)</a:t>
            </a:r>
          </a:p>
          <a:p>
            <a:pPr algn="ctr"/>
            <a:endParaRPr lang="en-US" sz="1600" dirty="0"/>
          </a:p>
          <a:p>
            <a:pPr marL="1200150" lvl="2" indent="-285750">
              <a:buFontTx/>
              <a:buChar char="-"/>
            </a:pPr>
            <a:r>
              <a:rPr lang="en-US" sz="1600" dirty="0"/>
              <a:t>Month-Year/ (a website ‘release’</a:t>
            </a:r>
          </a:p>
          <a:p>
            <a:pPr marL="1200150" lvl="2" indent="-285750">
              <a:buFontTx/>
              <a:buChar char="-"/>
            </a:pPr>
            <a:r>
              <a:rPr lang="en-US" sz="1600" dirty="0"/>
              <a:t>Folders of website sections containing html or other files/</a:t>
            </a:r>
          </a:p>
          <a:p>
            <a:pPr marL="1200150" lvl="2" indent="-285750">
              <a:buFontTx/>
              <a:buChar char="-"/>
            </a:pPr>
            <a:r>
              <a:rPr lang="en-US" sz="1600" dirty="0"/>
              <a:t>latest (latest version of site)</a:t>
            </a:r>
          </a:p>
          <a:p>
            <a:pPr marL="1200150" lvl="2" indent="-285750">
              <a:buFontTx/>
              <a:buChar char="-"/>
            </a:pPr>
            <a:r>
              <a:rPr lang="en-US" sz="1600" dirty="0"/>
              <a:t>Other website files</a:t>
            </a:r>
            <a:endParaRPr lang="en-US" dirty="0"/>
          </a:p>
        </p:txBody>
      </p:sp>
      <p:sp>
        <p:nvSpPr>
          <p:cNvPr id="8" name="Curved Right Arrow 7">
            <a:extLst>
              <a:ext uri="{FF2B5EF4-FFF2-40B4-BE49-F238E27FC236}">
                <a16:creationId xmlns:a16="http://schemas.microsoft.com/office/drawing/2014/main" id="{64F5358E-FC97-91E6-D9B8-D021D30765D7}"/>
              </a:ext>
            </a:extLst>
          </p:cNvPr>
          <p:cNvSpPr/>
          <p:nvPr/>
        </p:nvSpPr>
        <p:spPr>
          <a:xfrm rot="15599088">
            <a:off x="4244070" y="2645660"/>
            <a:ext cx="1118795" cy="480985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A9566A-0127-3CA9-3F08-2024E3C4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280" y="1774313"/>
            <a:ext cx="3037142" cy="220601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0" name="Curved Right Arrow 9">
            <a:extLst>
              <a:ext uri="{FF2B5EF4-FFF2-40B4-BE49-F238E27FC236}">
                <a16:creationId xmlns:a16="http://schemas.microsoft.com/office/drawing/2014/main" id="{27F7A4B1-7243-A673-67C1-3133AB1229A7}"/>
              </a:ext>
            </a:extLst>
          </p:cNvPr>
          <p:cNvSpPr/>
          <p:nvPr/>
        </p:nvSpPr>
        <p:spPr>
          <a:xfrm rot="15997422">
            <a:off x="8474317" y="2841209"/>
            <a:ext cx="1118795" cy="373365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9E3AC-9C9F-042B-B5FB-C5EBA628FA03}"/>
              </a:ext>
            </a:extLst>
          </p:cNvPr>
          <p:cNvSpPr txBox="1"/>
          <p:nvPr/>
        </p:nvSpPr>
        <p:spPr>
          <a:xfrm>
            <a:off x="627175" y="4920409"/>
            <a:ext cx="19794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Edits take place in development repository</a:t>
            </a:r>
          </a:p>
          <a:p>
            <a:r>
              <a:rPr lang="en-US" sz="1400" dirty="0"/>
              <a:t>(text editor, preview with `</a:t>
            </a:r>
            <a:r>
              <a:rPr lang="en-US" sz="1400" b="1" dirty="0" err="1">
                <a:latin typeface=""/>
              </a:rPr>
              <a:t>mkdocs</a:t>
            </a:r>
            <a:r>
              <a:rPr lang="en-US" sz="1400" b="1" dirty="0">
                <a:latin typeface=""/>
              </a:rPr>
              <a:t> serve</a:t>
            </a:r>
            <a:r>
              <a:rPr lang="en-US" sz="1400" dirty="0"/>
              <a:t>` or `</a:t>
            </a:r>
            <a:r>
              <a:rPr lang="en-US" sz="1400" b="1" dirty="0">
                <a:latin typeface=""/>
              </a:rPr>
              <a:t>mike deploy</a:t>
            </a:r>
            <a:r>
              <a:rPr lang="en-US" sz="1400" dirty="0"/>
              <a:t>`)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0D0351-3855-83B7-2DA1-9D003260313B}"/>
              </a:ext>
            </a:extLst>
          </p:cNvPr>
          <p:cNvSpPr txBox="1"/>
          <p:nvPr/>
        </p:nvSpPr>
        <p:spPr>
          <a:xfrm>
            <a:off x="4616125" y="5599846"/>
            <a:ext cx="22994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2. Files get pushed to website repository</a:t>
            </a:r>
          </a:p>
          <a:p>
            <a:r>
              <a:rPr lang="en-US" sz="1400" dirty="0"/>
              <a:t>(text editor, preview with `</a:t>
            </a:r>
            <a:r>
              <a:rPr lang="en-US" sz="1400" b="1" dirty="0" err="1">
                <a:latin typeface=""/>
              </a:rPr>
              <a:t>mkdocs</a:t>
            </a:r>
            <a:r>
              <a:rPr lang="en-US" sz="1400" b="1" dirty="0">
                <a:latin typeface=""/>
              </a:rPr>
              <a:t> </a:t>
            </a:r>
            <a:r>
              <a:rPr lang="en-US" sz="1400" b="1" dirty="0" err="1">
                <a:latin typeface=""/>
              </a:rPr>
              <a:t>gh</a:t>
            </a:r>
            <a:r>
              <a:rPr lang="en-US" sz="1400" b="1" dirty="0">
                <a:latin typeface=""/>
              </a:rPr>
              <a:t>-deploy</a:t>
            </a:r>
            <a:r>
              <a:rPr lang="en-US" sz="1400" dirty="0"/>
              <a:t>` or `</a:t>
            </a:r>
            <a:r>
              <a:rPr lang="en-US" sz="1400" b="1" dirty="0">
                <a:latin typeface=""/>
              </a:rPr>
              <a:t>mike push</a:t>
            </a:r>
            <a:r>
              <a:rPr lang="en-US" sz="1400" dirty="0"/>
              <a:t>`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19973-4C85-B120-6F5E-BE910DCEB4E5}"/>
              </a:ext>
            </a:extLst>
          </p:cNvPr>
          <p:cNvSpPr txBox="1"/>
          <p:nvPr/>
        </p:nvSpPr>
        <p:spPr>
          <a:xfrm>
            <a:off x="8693222" y="5367498"/>
            <a:ext cx="21787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3. Rendered site gets served to the web</a:t>
            </a:r>
          </a:p>
          <a:p>
            <a:r>
              <a:rPr lang="en-US" sz="1400" dirty="0" err="1"/>
              <a:t>Automaticlly</a:t>
            </a:r>
            <a:r>
              <a:rPr lang="en-US" sz="1400" dirty="0"/>
              <a:t> via GitHub pages features — (domain name is Squarespace hosted)</a:t>
            </a:r>
          </a:p>
        </p:txBody>
      </p:sp>
      <p:sp>
        <p:nvSpPr>
          <p:cNvPr id="14" name="Curved Right Arrow 13">
            <a:extLst>
              <a:ext uri="{FF2B5EF4-FFF2-40B4-BE49-F238E27FC236}">
                <a16:creationId xmlns:a16="http://schemas.microsoft.com/office/drawing/2014/main" id="{CEB508B0-B47D-CBB9-0291-DACE70CDB988}"/>
              </a:ext>
            </a:extLst>
          </p:cNvPr>
          <p:cNvSpPr/>
          <p:nvPr/>
        </p:nvSpPr>
        <p:spPr>
          <a:xfrm rot="5187896">
            <a:off x="1615521" y="-1041327"/>
            <a:ext cx="1118795" cy="333571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607858-B9C9-AD16-6B3B-F956BE6C1856}"/>
              </a:ext>
            </a:extLst>
          </p:cNvPr>
          <p:cNvSpPr txBox="1"/>
          <p:nvPr/>
        </p:nvSpPr>
        <p:spPr>
          <a:xfrm rot="16200000">
            <a:off x="-205723" y="251728"/>
            <a:ext cx="883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VERSION </a:t>
            </a:r>
          </a:p>
          <a:p>
            <a:r>
              <a:rPr lang="en-US" sz="1200" b="1" dirty="0"/>
              <a:t>CONTROL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401AE5-E7A6-258A-21C0-AB1F78828CF3}"/>
              </a:ext>
            </a:extLst>
          </p:cNvPr>
          <p:cNvSpPr txBox="1"/>
          <p:nvPr/>
        </p:nvSpPr>
        <p:spPr>
          <a:xfrm rot="16200000">
            <a:off x="-247182" y="5192377"/>
            <a:ext cx="1079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Website </a:t>
            </a:r>
          </a:p>
          <a:p>
            <a:r>
              <a:rPr lang="en-US" sz="1600" b="1" dirty="0"/>
              <a:t>authoring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B20E05-F2B7-AD0C-5FC3-3886040A856E}"/>
              </a:ext>
            </a:extLst>
          </p:cNvPr>
          <p:cNvSpPr txBox="1"/>
          <p:nvPr/>
        </p:nvSpPr>
        <p:spPr>
          <a:xfrm>
            <a:off x="1263023" y="353432"/>
            <a:ext cx="2246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Version control only directly used in development</a:t>
            </a:r>
          </a:p>
          <a:p>
            <a:r>
              <a:rPr lang="en-US" sz="1200" dirty="0"/>
              <a:t> (</a:t>
            </a:r>
            <a:r>
              <a:rPr lang="en-US" sz="1200" b="1" dirty="0"/>
              <a:t>`</a:t>
            </a:r>
            <a:r>
              <a:rPr lang="en-US" sz="1200" b="1" dirty="0">
                <a:latin typeface=""/>
              </a:rPr>
              <a:t>git commit</a:t>
            </a:r>
            <a:r>
              <a:rPr lang="en-US" sz="1200" b="1" dirty="0"/>
              <a:t>`)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5841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171</Words>
  <Application>Microsoft Macintosh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Williams</dc:creator>
  <cp:lastModifiedBy>Jason Williams</cp:lastModifiedBy>
  <cp:revision>3</cp:revision>
  <dcterms:created xsi:type="dcterms:W3CDTF">2025-03-18T06:04:52Z</dcterms:created>
  <dcterms:modified xsi:type="dcterms:W3CDTF">2025-03-18T06:32:23Z</dcterms:modified>
</cp:coreProperties>
</file>